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ack2027/renders/pag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8912" y="2505456"/>
            <a:ext cx="3223260" cy="347472"/>
          </a:xfrm>
          <a:prstGeom prst="rect">
            <a:avLst/>
          </a:prstGeom>
          <a:solidFill>
            <a:srgbClr val="051D38"/>
          </a:solidFill>
          <a:ln w="12700">
            <a:solidFill>
              <a:srgbClr val="051D38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493776" y="2546604"/>
            <a:ext cx="30861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spc="160" kern="0" dirty="0">
                <a:solidFill>
                  <a:srgbClr val="F2650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DOSSIER EXPOSANT 2027</a:t>
            </a:r>
            <a:endParaRPr lang="en-US" sz="1260" dirty="0"/>
          </a:p>
        </p:txBody>
      </p:sp>
      <p:sp>
        <p:nvSpPr>
          <p:cNvPr id="5" name="Shape 2"/>
          <p:cNvSpPr/>
          <p:nvPr/>
        </p:nvSpPr>
        <p:spPr>
          <a:xfrm>
            <a:off x="800100" y="5724144"/>
            <a:ext cx="2926080" cy="434340"/>
          </a:xfrm>
          <a:prstGeom prst="rect">
            <a:avLst/>
          </a:prstGeom>
          <a:solidFill>
            <a:srgbClr val="051D38"/>
          </a:solidFill>
          <a:ln w="12700">
            <a:solidFill>
              <a:srgbClr val="051D38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5820" y="57835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F2650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AVRIL 2027 — DATES PRÉCISES À VENIR</a:t>
            </a:r>
            <a:endParaRPr lang="en-US" sz="11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ack2027/renders/pag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09260" y="278892"/>
            <a:ext cx="1783080" cy="365760"/>
          </a:xfrm>
          <a:prstGeom prst="rect">
            <a:avLst/>
          </a:prstGeom>
          <a:solidFill>
            <a:srgbClr val="062142"/>
          </a:solidFill>
          <a:ln w="12700">
            <a:solidFill>
              <a:srgbClr val="062142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554980" y="320040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90" b="1" spc="100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DOSSIER EXPOSANT 2027</a:t>
            </a:r>
            <a:endParaRPr lang="en-US" sz="79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ack2027/renders/pag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5176" y="2880360"/>
            <a:ext cx="3383280" cy="205740"/>
          </a:xfrm>
          <a:prstGeom prst="rect">
            <a:avLst/>
          </a:prstGeom>
          <a:solidFill>
            <a:srgbClr val="021934"/>
          </a:solidFill>
          <a:ln w="12700">
            <a:solidFill>
              <a:srgbClr val="021934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83464" y="2884932"/>
            <a:ext cx="329184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Pour l’édition 2027, LabEvents met en place un dispositif de</a:t>
            </a:r>
            <a:endParaRPr lang="en-US" sz="890" dirty="0"/>
          </a:p>
        </p:txBody>
      </p:sp>
      <p:sp>
        <p:nvSpPr>
          <p:cNvPr id="5" name="Shape 2"/>
          <p:cNvSpPr/>
          <p:nvPr/>
        </p:nvSpPr>
        <p:spPr>
          <a:xfrm>
            <a:off x="1394460" y="5486400"/>
            <a:ext cx="1554480" cy="66294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440180" y="5504688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2650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Date limite de déclaration</a:t>
            </a:r>
            <a:endParaRPr lang="en-US" sz="700" dirty="0"/>
          </a:p>
          <a:p>
            <a:pPr algn="l" indent="0" marL="0">
              <a:buNone/>
            </a:pPr>
            <a:r>
              <a:rPr lang="en-US" sz="700" b="1" dirty="0">
                <a:solidFill>
                  <a:srgbClr val="F2650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ou de modification :</a:t>
            </a:r>
            <a:endParaRPr lang="en-US" sz="700" dirty="0"/>
          </a:p>
          <a:p>
            <a:pPr algn="l" indent="0" marL="0">
              <a:buNone/>
            </a:pPr>
            <a:r>
              <a:rPr lang="en-US" sz="700" b="1" dirty="0">
                <a:solidFill>
                  <a:srgbClr val="F2650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à définir après confirmation</a:t>
            </a:r>
            <a:endParaRPr lang="en-US" sz="700" dirty="0"/>
          </a:p>
          <a:p>
            <a:pPr algn="l" indent="0" marL="0">
              <a:buNone/>
            </a:pPr>
            <a:r>
              <a:rPr lang="en-US" sz="700" b="1" dirty="0">
                <a:solidFill>
                  <a:srgbClr val="F2650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des dates du salon.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891540" y="10131552"/>
            <a:ext cx="2560320" cy="438912"/>
          </a:xfrm>
          <a:prstGeom prst="rect">
            <a:avLst/>
          </a:prstGeom>
          <a:solidFill>
            <a:srgbClr val="032A51"/>
          </a:solidFill>
          <a:ln w="12700">
            <a:solidFill>
              <a:srgbClr val="032A51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37260" y="10168128"/>
            <a:ext cx="2423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2650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AVRIL 2027 — DATES PRÉCISES À VENIR</a:t>
            </a:r>
            <a:endParaRPr lang="en-US" sz="960" dirty="0"/>
          </a:p>
        </p:txBody>
      </p:sp>
      <p:sp>
        <p:nvSpPr>
          <p:cNvPr id="9" name="Text 6"/>
          <p:cNvSpPr txBox="1"/>
          <p:nvPr/>
        </p:nvSpPr>
        <p:spPr>
          <a:xfrm>
            <a:off x="937260" y="1036929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Salle d’exposition de Nouville, Nouméa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ack2027/renders/pag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09260" y="274320"/>
            <a:ext cx="1783080" cy="365760"/>
          </a:xfrm>
          <a:prstGeom prst="rect">
            <a:avLst/>
          </a:prstGeom>
          <a:solidFill>
            <a:srgbClr val="021934"/>
          </a:solidFill>
          <a:ln w="12700">
            <a:solidFill>
              <a:srgbClr val="021934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554980" y="315468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90" b="1" spc="100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DOSSIER EXPOSANT 2027</a:t>
            </a:r>
            <a:endParaRPr lang="en-US" sz="790" dirty="0"/>
          </a:p>
        </p:txBody>
      </p:sp>
      <p:sp>
        <p:nvSpPr>
          <p:cNvPr id="5" name="Shape 2"/>
          <p:cNvSpPr/>
          <p:nvPr/>
        </p:nvSpPr>
        <p:spPr>
          <a:xfrm>
            <a:off x="640080" y="2560320"/>
            <a:ext cx="1920240" cy="310896"/>
          </a:xfrm>
          <a:prstGeom prst="rect">
            <a:avLst/>
          </a:prstGeom>
          <a:solidFill>
            <a:srgbClr val="021934"/>
          </a:solidFill>
          <a:ln w="12700">
            <a:solidFill>
              <a:srgbClr val="021934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2940" y="2574036"/>
            <a:ext cx="18516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AVRIL 2027 — DATES PRÉCISES À VENIR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2697480" y="4572000"/>
            <a:ext cx="1577340" cy="219456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743200" y="4608576"/>
            <a:ext cx="14859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0233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DATE À PRÉCISER</a:t>
            </a:r>
            <a:endParaRPr lang="en-US" sz="1040" dirty="0"/>
          </a:p>
        </p:txBody>
      </p:sp>
      <p:sp>
        <p:nvSpPr>
          <p:cNvPr id="9" name="Shape 6"/>
          <p:cNvSpPr/>
          <p:nvPr/>
        </p:nvSpPr>
        <p:spPr>
          <a:xfrm>
            <a:off x="2697480" y="5303520"/>
            <a:ext cx="1234440" cy="219456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743200" y="533552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0233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VEILLE DU SALON</a:t>
            </a:r>
            <a:endParaRPr lang="en-US" sz="1040" dirty="0"/>
          </a:p>
        </p:txBody>
      </p:sp>
      <p:sp>
        <p:nvSpPr>
          <p:cNvPr id="11" name="Shape 8"/>
          <p:cNvSpPr/>
          <p:nvPr/>
        </p:nvSpPr>
        <p:spPr>
          <a:xfrm>
            <a:off x="2697480" y="6012180"/>
            <a:ext cx="1577340" cy="219456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743200" y="6044184"/>
            <a:ext cx="14859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0233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PENDANT LE SALON</a:t>
            </a:r>
            <a:endParaRPr lang="en-US" sz="10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ack2027/renders/page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09260" y="274320"/>
            <a:ext cx="1783080" cy="365760"/>
          </a:xfrm>
          <a:prstGeom prst="rect">
            <a:avLst/>
          </a:prstGeom>
          <a:solidFill>
            <a:srgbClr val="021934"/>
          </a:solidFill>
          <a:ln w="12700">
            <a:solidFill>
              <a:srgbClr val="021934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554980" y="315468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90" b="1" spc="100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DOSSIER EXPOSANT 2027</a:t>
            </a:r>
            <a:endParaRPr lang="en-US" sz="790" dirty="0"/>
          </a:p>
        </p:txBody>
      </p:sp>
      <p:sp>
        <p:nvSpPr>
          <p:cNvPr id="5" name="Shape 2"/>
          <p:cNvSpPr/>
          <p:nvPr/>
        </p:nvSpPr>
        <p:spPr>
          <a:xfrm>
            <a:off x="251460" y="2720340"/>
            <a:ext cx="3291840" cy="237744"/>
          </a:xfrm>
          <a:prstGeom prst="rect">
            <a:avLst/>
          </a:prstGeom>
          <a:solidFill>
            <a:srgbClr val="021934"/>
          </a:solidFill>
          <a:ln w="12700">
            <a:solidFill>
              <a:srgbClr val="021934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83464" y="27386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votre participation à l’édition 2027.</a:t>
            </a:r>
            <a:endParaRPr lang="en-US" sz="920" dirty="0"/>
          </a:p>
        </p:txBody>
      </p:sp>
      <p:sp>
        <p:nvSpPr>
          <p:cNvPr id="7" name="Shape 4"/>
          <p:cNvSpPr/>
          <p:nvPr/>
        </p:nvSpPr>
        <p:spPr>
          <a:xfrm>
            <a:off x="342900" y="3017520"/>
            <a:ext cx="1600200" cy="356616"/>
          </a:xfrm>
          <a:prstGeom prst="rect">
            <a:avLst/>
          </a:prstGeom>
          <a:solidFill>
            <a:srgbClr val="021934"/>
          </a:solidFill>
          <a:ln w="12700">
            <a:solidFill>
              <a:srgbClr val="021934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02336" y="3063240"/>
            <a:ext cx="14859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2650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AVRIL 2027 — DATES PRÉCISES À VENIR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152144" y="7269480"/>
            <a:ext cx="1303020" cy="228600"/>
          </a:xfrm>
          <a:prstGeom prst="rect">
            <a:avLst/>
          </a:prstGeom>
          <a:solidFill>
            <a:srgbClr val="021934"/>
          </a:solidFill>
          <a:ln w="12700">
            <a:solidFill>
              <a:srgbClr val="021934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88720" y="7296912"/>
            <a:ext cx="1234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2DB85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exposants 2027.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LabEvents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 commercial exposants 2027 - éditable</dc:title>
  <dc:subject>Salon de l'Emploi &amp; de la Formation - Dossier exposant 2027</dc:subject>
  <dc:creator>LabEvents</dc:creator>
  <cp:lastModifiedBy>LabEvents</cp:lastModifiedBy>
  <cp:revision>1</cp:revision>
  <dcterms:created xsi:type="dcterms:W3CDTF">2026-09-13T21:11:23Z</dcterms:created>
  <dcterms:modified xsi:type="dcterms:W3CDTF">2026-09-13T21:11:23Z</dcterms:modified>
</cp:coreProperties>
</file>